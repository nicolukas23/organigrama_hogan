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82296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21824" y="82296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16767" y="82296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151790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21824" y="151790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16767" y="151790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212848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21824" y="2212848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16767" y="2212848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2A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488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Suite de Tableros de Talento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63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D7DCE4"/>
                </a:solidFill>
                <a:latin typeface="Calibri"/>
              </a:rPr>
              <a:t>Nine Box  ·  Liderazgo  ·  Hogan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886200"/>
            <a:ext cx="1828800" cy="54864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AEB7C6"/>
                </a:solidFill>
                <a:latin typeface="Calibri"/>
              </a:rPr>
              <a:t>Guía visual: qué son, cómo se entra y cómo se actualizan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F38B8B"/>
                </a:solidFill>
                <a:latin typeface="Calibri"/>
              </a:rPr>
              <a:t>CONFIDENCIAL — uso interno — contiene contraseñas — 08/09/2026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IDEA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¿Qué es todo esto, en simple?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00200"/>
            <a:ext cx="11018520" cy="15544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42933"/>
                </a:solidFill>
                <a:latin typeface="Calibri"/>
              </a:rPr>
              <a:t>Son </a:t>
            </a:r>
            <a:r>
              <a:rPr sz="1500" b="1">
                <a:solidFill>
                  <a:srgbClr val="242933"/>
                </a:solidFill>
                <a:latin typeface="Calibri"/>
              </a:rPr>
              <a:t>páginas web ("tableros")</a:t>
            </a:r>
            <a:r>
              <a:rPr sz="1500" b="0">
                <a:solidFill>
                  <a:srgbClr val="242933"/>
                </a:solidFill>
                <a:latin typeface="Calibri"/>
              </a:rPr>
              <a:t> donde se ve el talento de la organización: en qué casilla de la matriz 9-Box está cada persona, quiénes son sus posibles sucesores y sus resultados de la prueba Hogan.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429000"/>
            <a:ext cx="3529584" cy="24688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3538728"/>
            <a:ext cx="64008" cy="22494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575304"/>
            <a:ext cx="307238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No hay que instalar nada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Se abren en el navegador (Chrome/Edge), como cualquier página web. Se entra con un enlace.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429000"/>
            <a:ext cx="3529584" cy="24688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538728"/>
            <a:ext cx="64008" cy="224942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575304"/>
            <a:ext cx="307238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La información está viva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Los datos (posiciones, sucesores) viven en una base de datos en la nube. Si se cambian ahí, los tableros se actualizan solos.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3429000"/>
            <a:ext cx="3529584" cy="24688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3538728"/>
            <a:ext cx="64008" cy="22494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3575304"/>
            <a:ext cx="307238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Todo queda respaldado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El diseño y la lógica están guardados en un repositorio. Publicar un cambio toma 1–2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CÓMO ESTÁ ARMADO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Las 3 piezas — con una analogía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646B78"/>
                </a:solidFill>
                <a:latin typeface="Calibri"/>
              </a:rPr>
              <a:t>Piensa en un restaurante: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57400"/>
            <a:ext cx="3611880" cy="384048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331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23317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242933"/>
                </a:solidFill>
                <a:latin typeface="Calibri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632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La receta y el recetario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3611880"/>
            <a:ext cx="3063240" cy="2743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49039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Guarda el código de las páginas. Aquí queda la historia de cada cambio.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057400"/>
            <a:ext cx="3611880" cy="384048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54296" y="2331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3317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242933"/>
                </a:solidFill>
                <a:latin typeface="Calibri"/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0632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0F9D58"/>
                </a:solidFill>
                <a:latin typeface="Calibri"/>
              </a:rPr>
              <a:t>Los ingredientes frescos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54296" y="3611880"/>
            <a:ext cx="3063240" cy="2743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749039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Base de datos en la nube. Aquí viven los datos que cambian: caja 9-Box, sucesores, tiempos, fichas Hogan.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057400"/>
            <a:ext cx="3611880" cy="384048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58200" y="2331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3317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242933"/>
                </a:solidFill>
                <a:latin typeface="Calibri"/>
              </a:rPr>
              <a:t>GitHub Pages</a:t>
            </a:r>
            <a:br/>
            <a:r>
              <a:rPr sz="1500" b="1">
                <a:solidFill>
                  <a:srgbClr val="242933"/>
                </a:solidFill>
                <a:latin typeface="Calibri"/>
              </a:rPr>
              <a:t>y Netlify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0632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El plato servido en la mesa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3611880"/>
            <a:ext cx="3063240" cy="2743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749039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Son las 2 "vitrinas" públicas: muestran exactamente lo mismo. La gente entra por cualquiera de las 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En resumen: el código dice cómo se ve; Supabase dice qué muestra.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EL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¿Cómo llega un cambio a la pantalla?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242933"/>
                </a:solidFill>
                <a:latin typeface="Calibri"/>
              </a:rPr>
              <a:t>A) Cambiar datos (posiciones, sucesores):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Excel de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calibración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40" y="2395728"/>
            <a:ext cx="502920" cy="384048"/>
          </a:xfrm>
          <a:prstGeom prst="rightArrow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Se cargan en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Supabase (tabla ninebox)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35240" y="2395728"/>
            <a:ext cx="502920" cy="384048"/>
          </a:xfrm>
          <a:prstGeom prst="rightArrow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6596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Los tableros se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actualizan solos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611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242933"/>
                </a:solidFill>
                <a:latin typeface="Calibri"/>
              </a:rPr>
              <a:t>B) Cambiar el diseño o la lógica (el código):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Se edita el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archivo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77640" y="4498848"/>
            <a:ext cx="502920" cy="384048"/>
          </a:xfrm>
          <a:prstGeom prst="rightArrow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406908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git push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(enviar)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635240" y="4498848"/>
            <a:ext cx="502920" cy="384048"/>
          </a:xfrm>
          <a:prstGeom prst="rightArrow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406908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069080"/>
            <a:ext cx="2788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Se publica solo</a:t>
            </a:r>
            <a:br/>
            <a:r>
              <a:rPr sz="1250" b="1">
                <a:solidFill>
                  <a:srgbClr val="242933"/>
                </a:solidFill>
                <a:latin typeface="Calibri"/>
              </a:rPr>
              <a:t>en 1–2 minutos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5623560"/>
            <a:ext cx="11018520" cy="868680"/>
          </a:xfrm>
          <a:prstGeom prst="roundRect">
            <a:avLst>
              <a:gd name="adj" fmla="val 10000"/>
            </a:avLst>
          </a:prstGeom>
          <a:solidFill>
            <a:srgbClr val="FFF4F4"/>
          </a:solidFill>
          <a:ln w="9525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424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B30000"/>
                </a:solidFill>
                <a:latin typeface="Calibri"/>
              </a:rPr>
              <a:t>Ojo: a veces el cambio no se ve al instante por la memoria del navegador (caché). Ver la sección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600" b="1">
                <a:solidFill>
                  <a:srgbClr val="E2000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Accesos y contraseñas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9C1CE"/>
                </a:solidFill>
                <a:latin typeface="Calibri"/>
              </a:rPr>
              <a:t>Por dónde se entra y con qué clave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El enlace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11018520" cy="1737360"/>
          </a:xfrm>
          <a:prstGeom prst="roundRect">
            <a:avLst>
              <a:gd name="adj" fmla="val 6000"/>
            </a:avLst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B9C1CE"/>
                </a:solidFill>
                <a:latin typeface="Calibri"/>
              </a:rPr>
              <a:t>Portal de Talento (menú de todos los tableros)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nicolukas23.github.io/organigrama_hogan/tableros/index.html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3904488"/>
            <a:ext cx="64008" cy="1883663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941064"/>
            <a:ext cx="493776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Guárdalo en Favoritos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Desde ahí se llega a todos los tableros. También sirve la dirección de Netlify (la misma página, otra puerta).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904488"/>
            <a:ext cx="64008" cy="1883663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941064"/>
            <a:ext cx="493776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Funciona en celular y computador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Se puede "instalar" como app (el navegador ofrece 'Agregar a pantalla de inicio'). No es obligatorio.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Las contraseñas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91640"/>
            <a:ext cx="11018520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801368"/>
            <a:ext cx="64008" cy="138074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37944"/>
            <a:ext cx="10561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La mayoría de tableros  (Nine Box, Informes, Hogan, Organigrama, Dimensionamiento, Practicantes, Ciclo de Talento, Portal)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Se entra con un correo autorizado  +  la contraseña   1234   (la misma para todos).  El correo debe estar en la lista del tablero. Correos frecuentes: nicolas.santos, laura.amadop, edespitia@overlap.net.co, angie.rodriguez, valentina.campos.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474720"/>
            <a:ext cx="11018520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3584448"/>
            <a:ext cx="64008" cy="1380744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621024"/>
            <a:ext cx="10561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Tablero de Liderazgo  (acceso por rol)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Cada Director/Gerente entra con SU propio correo y SU propia contraseña. El listado completo está en el archivo  Credenciales_Tablero_Liderazgo.xlsx.  Los administradores usan la contraseña   Admin2026*Claro.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5257800"/>
            <a:ext cx="11018520" cy="105156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46B78"/>
                </a:solidFill>
                <a:latin typeface="Calibri"/>
              </a:rPr>
              <a:t>Para agregar o quitar a alguien: hay que editar la lista de correos dentro de cada archivo de tablero (no está en un solo lugar) y volver a publicar.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600" b="1">
                <a:solidFill>
                  <a:srgbClr val="E2000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Los tableros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9C1CE"/>
                </a:solidFill>
                <a:latin typeface="Calibri"/>
              </a:rPr>
              <a:t>Qué hace cada uno y su enlace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LOS TABLEROS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Tableros (1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00200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691640"/>
            <a:ext cx="54864" cy="1298448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Tablero de Liderazgo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Vista ejecutiva por rol: cada líder ve su equipo, la matriz 9-Box, sucesores y Hogan.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E20000"/>
                </a:solidFill>
                <a:latin typeface="Calibri"/>
              </a:rPr>
              <a:t>…/tablero_liderazgo.html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4864" cy="12984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19072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Nine Box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La matriz potencial vs. desempeño de 377 personas. Filtros, mover de caja, sucesores.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1A73E8"/>
                </a:solidFill>
                <a:latin typeface="Calibri"/>
              </a:rPr>
              <a:t>…/ninebox.html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3264408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" y="3355848"/>
            <a:ext cx="54864" cy="129844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383280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Informes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Listado de personas y su ficha individual: desempeño, 360, clima, talentos, objetivos, Hogan.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0F9D58"/>
                </a:solidFill>
                <a:latin typeface="Calibri"/>
              </a:rPr>
              <a:t>…/informes.html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64408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355848"/>
            <a:ext cx="54864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383280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Hogan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Resultados de la prueba de potencial Hogan por persona.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Calibri"/>
              </a:rPr>
              <a:t>…/hogan.html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4928616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" y="5020056"/>
            <a:ext cx="54864" cy="12984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047488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Organigrama Claro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Árbol jerárquico de Presidencia y Comité Directivo con datos Hogan.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1A73E8"/>
                </a:solidFill>
                <a:latin typeface="Calibri"/>
              </a:rPr>
              <a:t>…/organigrama_hogan_claro.html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928616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5020056"/>
            <a:ext cx="54864" cy="129844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047488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Dimensionamiento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Headcount / planta por ciudad (incluye aprendices).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0F9D58"/>
                </a:solidFill>
                <a:latin typeface="Calibri"/>
              </a:rPr>
              <a:t>…/dimensionamiento.html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LOS TABLEROS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Tableros (2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00200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691640"/>
            <a:ext cx="54864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Practicantes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Directorio de practicantes y aprendices.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Calibri"/>
              </a:rPr>
              <a:t>…/practicantes.html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4864" cy="12984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19072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Ciclo de Talento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Vista del ciclo de talento por Dirección y nivel.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1A73E8"/>
                </a:solidFill>
                <a:latin typeface="Calibri"/>
              </a:rPr>
              <a:t>…/ciclo_talento.html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3264408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" y="3355848"/>
            <a:ext cx="54864" cy="1298448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383280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Ficha Preliminar / Ficha de Talento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Fichas de una persona; se abren desde los otros tableros (no piden clave aparte).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E20000"/>
                </a:solidFill>
                <a:latin typeface="Calibri"/>
              </a:rPr>
              <a:t>…/ficha_hogan.html · ficha_talento.html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64408"/>
            <a:ext cx="5394960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355848"/>
            <a:ext cx="54864" cy="129844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383280"/>
            <a:ext cx="49834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Mi Hogan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Cada persona consulta SU propio resultado Hogan.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50" b="1">
                <a:solidFill>
                  <a:srgbClr val="0F9D58"/>
                </a:solidFill>
                <a:latin typeface="Calibri"/>
              </a:rPr>
              <a:t>…/mi_hogan.html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LOS TABLEROS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Dónde vive la información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Base de datos en la nube: Supabase — proyecto "organigrama-hogan"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57400"/>
            <a:ext cx="1101852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167128"/>
            <a:ext cx="64008" cy="1152144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203704"/>
            <a:ext cx="10561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42933"/>
                </a:solidFill>
                <a:latin typeface="Calibri"/>
              </a:rPr>
              <a:t>Tabla  "ninebox"   ← la más importante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Guarda, por persona: la CAJA (posición 9-Box), si es SUCESOR (Sí/No) y el TIEMPO de alistamiento. La leen en vivo: Liderazgo, Nine Box, Informes y Ciclo de Talento.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361188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3721608"/>
            <a:ext cx="64008" cy="197510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758184"/>
            <a:ext cx="49377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Otras tablas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tableros_json (fichas Hogan de 404 personas y permisos de Liderazgo); personas, desempeño, talentos, objetivos, 360, clima (para Informes).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61188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721608"/>
            <a:ext cx="64008" cy="197510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758184"/>
            <a:ext cx="49377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Listas en archivos de texto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sucesor_pairs.js  →  parejas "jefe → sucesor".  otros_sucesores.js  →  sucesores mapeados por un jefe de otra área.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600" b="1">
                <a:solidFill>
                  <a:srgbClr val="E2000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Cómo se actualiza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9C1CE"/>
                </a:solidFill>
                <a:latin typeface="Calibri"/>
              </a:rPr>
              <a:t>Posiciones 9-Box y sucesores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ACTUALIZAR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La regla de oro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11018520" cy="146304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 w="1270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B30000"/>
                </a:solidFill>
                <a:latin typeface="Calibri"/>
              </a:rPr>
              <a:t>La tabla  "ninebox"  de Supabase manda.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42933"/>
                </a:solidFill>
                <a:latin typeface="Calibri"/>
              </a:rPr>
              <a:t>Si ahí cambio la caja o el sucesor de alguien, todos los tableros que leen en vivo lo muestran solos, sin tocar el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52044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3630168"/>
            <a:ext cx="64008" cy="224942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666744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Qué SÍ se hace en Supabase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Cambiar caja (posición 9-Box)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Cambiar Sucesor: Sí / No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Cambiar Tiempo de alistamiento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Se hace en:  Supabase → SQL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52044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630168"/>
            <a:ext cx="64008" cy="22494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666744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Qué se hace en los archivos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Parejas jefe → sucesor  →  sucesor_pairs.js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Sucesores de otra área  →  otros_sucesores.js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• Copiar los mismos datos al "respaldo" de cada tablero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ACTUALIZAR ·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Cambiar la posición o el sucesor de alguien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554480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7647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7465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655064"/>
            <a:ext cx="9784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Abrir Supabase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supabase.com → proyecto organigrama-hogan → menú "SQL Editor".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468880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6791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6609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569464"/>
            <a:ext cx="9784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Escribir la instrucción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Una línea por persona, con su número de expediente (ver ejemplo abajo).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" y="3383280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5935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483864"/>
            <a:ext cx="9784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Ejecutar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Botón "Run". Listo: los tableros en vivo ya lo muestran.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4297680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5079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4897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398264"/>
            <a:ext cx="9784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Actualizar el respaldo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Copiar los mismos valores dentro del bloque de datos de tablero_liderazgo.html y ninebox.html (para cuando no hay internet).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5285232"/>
            <a:ext cx="11018520" cy="786384"/>
          </a:xfrm>
          <a:prstGeom prst="roundRect">
            <a:avLst>
              <a:gd name="adj" fmla="val 8000"/>
            </a:avLst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5838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B9C1CE"/>
                </a:solidFill>
                <a:latin typeface="Calibri"/>
              </a:rPr>
              <a:t>Ejemplo (se escribe en el SQL Editor de Supabase):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E6EAF2"/>
                </a:solidFill>
                <a:latin typeface="Calibri"/>
              </a:rPr>
              <a:t>update ninebox set caja='6', sucesor='Si', tiempo='2 Años' where expediente='12345678';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ACTUALIZAR · SUCESORES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¿Cuándo sale "Posible sucesor: Sí"?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242933"/>
                </a:solidFill>
                <a:latin typeface="Calibri"/>
              </a:rPr>
              <a:t>Se necesitan las DOS cosas a la vez: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5740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167128"/>
            <a:ext cx="64008" cy="215798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203704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1)  En la tabla dice "Sí"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La persona tiene  sucesor = 'Si'  en la tabla ninebox de Supabase.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5740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167128"/>
            <a:ext cx="64008" cy="215798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203704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2)  Existe la pareja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En el archivo  sucesor_pairs.js  está la línea  "NOMBRE JEFE|NOMBRE PERSONA"  (así el "Sí" solo aparece bajo el jefe que de verdad la propuso).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4663440"/>
            <a:ext cx="11018520" cy="16002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91456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42933"/>
                </a:solidFill>
                <a:latin typeface="Calibri"/>
              </a:rPr>
              <a:t>De dónde salen las parejas: </a:t>
            </a:r>
            <a:r>
              <a:rPr sz="1050" b="0">
                <a:solidFill>
                  <a:srgbClr val="646B78"/>
                </a:solidFill>
                <a:latin typeface="Calibri"/>
              </a:rPr>
              <a:t>de la hoja "Consolidado de sucesores" del Excel de calibración, o de "PARTICIPANTES NINE BOX (NN).xlsx", hoja "observaciones" (columna Sucesor = Sí = sucesor de su jefe directo). Los nombres se escriben sin tildes, en MAYÚSCULAS y con las palabras en orden alfabético.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ACTUALIZAR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Herramientas de apoyo (opcionales)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46B78"/>
                </a:solidFill>
                <a:latin typeface="Calibri"/>
              </a:rPr>
              <a:t>En la carpeta  scripts/  hay programas que hacen la carga automática desde los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B30000"/>
                </a:solidFill>
                <a:latin typeface="Calibri"/>
              </a:rPr>
              <a:t>sync_supabase.js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0312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Lee los Excel de Ficha de Talento y actualiza personas, desempeño, talentos, objetivos, 360, clima.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944368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B30000"/>
                </a:solidFill>
                <a:latin typeface="Calibri"/>
              </a:rPr>
              <a:t>sync_tableros.js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35808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Sube a Supabase la data de Nine Box / Hogan / Organigrama para que se lea en vivo.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3877056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68496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B30000"/>
                </a:solidFill>
                <a:latin typeface="Calibri"/>
              </a:rPr>
              <a:t>rebuild_ficha.js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968496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Regenera el archivo grande de la Ficha de Talento (ficha_data.js).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4809744"/>
            <a:ext cx="11018520" cy="84124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01183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B30000"/>
                </a:solidFill>
                <a:latin typeface="Calibri"/>
              </a:rPr>
              <a:t>rebuild_hogan_detalle.py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901183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>
                <a:solidFill>
                  <a:srgbClr val="646B78"/>
                </a:solidFill>
                <a:latin typeface="Calibri"/>
              </a:rPr>
              <a:t>Regenera las 404 fichas Hogan.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5788151"/>
            <a:ext cx="11018520" cy="73152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70447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B30000"/>
                </a:solidFill>
                <a:latin typeface="Calibri"/>
              </a:rPr>
              <a:t>Necesitan la clave secreta de Supabase (archivo .env). Si no te sientes cómodo, hazlo por el SQL Editor.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600" b="1">
                <a:solidFill>
                  <a:srgbClr val="E20000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Subir documentos y publicar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9C1CE"/>
                </a:solidFill>
                <a:latin typeface="Calibri"/>
              </a:rPr>
              <a:t>Dónde va el Excel y cómo sale al aire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Los documentos (Excel)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11018520" cy="14630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847088"/>
            <a:ext cx="64008" cy="124358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83664"/>
            <a:ext cx="10561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¿Dónde van?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En la carpeta raíz del proyecto:  /Users/nicolassantos/Desktop/Proyectos/  Respetar los nombres que ya se usan  (ej.: "Calibraciones (2).xlsx", "PARTICIPANTES NINE BOX (25).xlsx").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383280"/>
            <a:ext cx="1101852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3493008"/>
            <a:ext cx="64008" cy="115214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529584"/>
            <a:ext cx="10561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¿Se suben a la web?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46B78"/>
                </a:solidFill>
                <a:latin typeface="Calibri"/>
              </a:rPr>
              <a:t>No directamente. El Excel es el insumo. Lo que se publica es el dato ya cargado (en Supabase) o los archivos regenerados. Los .xlsx pesan mucho y no es obligatorio guardarlos en el repositorio.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4937760"/>
            <a:ext cx="11018520" cy="1280160"/>
          </a:xfrm>
          <a:prstGeom prst="roundRect">
            <a:avLst>
              <a:gd name="adj" fmla="val 10000"/>
            </a:avLst>
          </a:prstGeom>
          <a:solidFill>
            <a:srgbClr val="FFF4F4"/>
          </a:solidFill>
          <a:ln w="9525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Antes había un recuadro "Actualizar datos del tablero" dentro de las páginas para subir un Excel: se quitó porque era solo una maqueta y no guardaba nada. La carga real se hace por Supabase o por los scripts.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Publicar un cambio (código)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42933"/>
                </a:solidFill>
                <a:latin typeface="Calibri"/>
              </a:rPr>
              <a:t>Son 3 pasos, siempre iguales: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11018520" cy="96012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2677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157984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Guardar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git add  (y las rutas EXACTAS de los archivos que cambiaste — nunca  git add 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3063240"/>
            <a:ext cx="11018520" cy="96012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192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209544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Describir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git commit -m "qué cambié y por qué"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4114800"/>
            <a:ext cx="11018520" cy="96012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3708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261104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42933"/>
                </a:solidFill>
                <a:latin typeface="Calibri"/>
              </a:rPr>
              <a:t>Enviar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git push origin main   →   GitHub pide usuario (Nicolukas23) y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5212080"/>
            <a:ext cx="11018520" cy="100584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C7E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0B6B3A"/>
                </a:solidFill>
                <a:latin typeface="Calibri"/>
              </a:rPr>
              <a:t>Después del "push": GitHub Pages y Netlify se publican solos en 1–2 minutos. Se puede verificar en GitHub → pestaña "Actions" (todo en verde).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600" b="1">
                <a:solidFill>
                  <a:srgbClr val="E20000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El problema más común: la caché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9C1CE"/>
                </a:solidFill>
                <a:latin typeface="Calibri"/>
              </a:rPr>
              <a:t>"Hice el cambio y no lo veo"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CACHÉ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"Hice el cambio y no lo veo"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91640"/>
            <a:ext cx="1101852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42933"/>
                </a:solidFill>
                <a:latin typeface="Calibri"/>
              </a:rPr>
              <a:t>Casi siempre es la caché: el navegador guardó una copia vieja de la página para que cargue rápido. El cambio SÍ está publicado; solo hay que forzar la recarga.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154680"/>
            <a:ext cx="5394960" cy="28346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3264408"/>
            <a:ext cx="64008" cy="261518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300984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Si eres usuario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1)  Recargar con  Ctrl + Shift + R  (Mac: Cmd + Shift + R). Hazlo dos veces.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2)  Si sigue igual:  F12 → pestaña "Application" → "Service Workers" → "Unregister";  luego "Clear site data";  cerrar y volver a abrir la pestaña.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154680"/>
            <a:ext cx="5394960" cy="28346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264408"/>
            <a:ext cx="64008" cy="2615184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300984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42933"/>
                </a:solidFill>
                <a:latin typeface="Calibri"/>
              </a:rPr>
              <a:t>Si publicaste un cambio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Al tocar un archivo .js o .css compartido:  subir su  ?v=...  en el &lt;script&gt;/&lt;link&gt;  (ej.  sucesor_pairs.js?v=1788970100 → ?v=1788970200).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6B78"/>
                </a:solidFill>
                <a:latin typeface="Calibri"/>
              </a:rPr>
              <a:t>Para forzar limpieza a TODOS:  subir  CACHE_NAME  en sw.js  (hoy: 'claro-talento-v5').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PARA TENER A 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Checklist: actualización tras una calibración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00200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1.  Recibir el Excel de calibración actualizado.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2203704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340864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2037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2.  Guardarlo en la carpeta raíz del proyecto, con la nomenclatura de siempre.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2807208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944368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072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3.  Actualizar la tabla "ninebox" de Supabase (caja / sucesor / tiempo).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410712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547872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41071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4.  Ajustar sucesor_pairs.js (parejas) y otros_sucesores.js (sucesores de otra área).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4014216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4151376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01421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5.  Copiar los mismos datos al respaldo de tablero_liderazgo.html y ninebox.html.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4617720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4754880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6177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6.  Subir el ?v= de los .js que se tocaron (y CACHE_NAME de sw.js si aplica).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5221224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5358384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22122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7.  git add (rutas exactas) → git commit → git push origin main.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5824728"/>
            <a:ext cx="110185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5961888"/>
            <a:ext cx="274320" cy="27432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E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82472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42933"/>
                </a:solidFill>
                <a:latin typeface="Calibri"/>
              </a:rPr>
              <a:t>8.  Esperar 1–2 min y verificar con Ctrl+Shift+R.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20000"/>
                </a:solidFill>
                <a:latin typeface="Calibri"/>
              </a:rPr>
              <a:t>PARA TENER A 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242933"/>
                </a:solidFill>
                <a:latin typeface="Calibri"/>
              </a:rPr>
              <a:t>Problemas frecuentes y qué hacer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316736"/>
            <a:ext cx="822960" cy="50292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Tableros de Talento · Claro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850" b="0">
                <a:solidFill>
                  <a:srgbClr val="646B78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459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No se ven los cambios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645920"/>
            <a:ext cx="6839712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762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737360"/>
            <a:ext cx="6492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42933"/>
                </a:solidFill>
                <a:latin typeface="Calibri"/>
              </a:rPr>
              <a:t>Es caché. Ctrl+Shift+R x2; si no, desregistrar el Service Worker (F12 → Application).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633472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724912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El deploy no llegó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33472"/>
            <a:ext cx="6839712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762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2724912"/>
            <a:ext cx="6492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42933"/>
                </a:solidFill>
                <a:latin typeface="Calibri"/>
              </a:rPr>
              <a:t>GitHub → Actions: el job "pages build" debe estar en verde. Netlify → Deploys: "Published".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" y="3621024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12463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Un tablero sale vacío o con datos viejos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621024"/>
            <a:ext cx="6839712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762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712463"/>
            <a:ext cx="6492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42933"/>
                </a:solidFill>
                <a:latin typeface="Calibri"/>
              </a:rPr>
              <a:t>Está usando el respaldo porque no leyó Supabase. Verificar que Supabase esté activo; al reconectar se refresca solo.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4608576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700016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El login falla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608576"/>
            <a:ext cx="6839712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762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4700016"/>
            <a:ext cx="6492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42933"/>
                </a:solidFill>
                <a:latin typeface="Calibri"/>
              </a:rPr>
              <a:t>Contraseña 1234 y correo en la lista (la mayoría). Liderazgo: usar el archivo de credenciales o Admin2026*Claro.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559612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 w="762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687568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B30000"/>
                </a:solidFill>
                <a:latin typeface="Calibri"/>
              </a:rPr>
              <a:t>"Acceso no autorizado" al abrir una ficha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596128"/>
            <a:ext cx="6839712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762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5687568"/>
            <a:ext cx="6492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42933"/>
                </a:solidFill>
                <a:latin typeface="Calibri"/>
              </a:rPr>
              <a:t>Volver a entrar al tablero de origen (Nine Box / Liderazgo) para regenerar la sesión y reintentar.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Archivos y responsables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4688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github.com/Nicolukas23/organigrama_hogan  (rama main)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723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Docs técnicas en el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072384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docs/AGENTS.md   y   docs/manual_tecnico.html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7588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675888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carpeta  scripts/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Credenciales de Liderazgo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7939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Credenciales_Tablero_Liderazgo.xlsx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8289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Claves secretas de Supabase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82896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archivo  .env   (no se sube a GitHub)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864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38B8B"/>
                </a:solidFill>
                <a:latin typeface="Calibri"/>
              </a:rPr>
              <a:t>Administradores de Talento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48640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6EAF2"/>
                </a:solidFill>
                <a:latin typeface="Calibri"/>
              </a:rPr>
              <a:t>E. Despitia · Laura Amado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F38B8B"/>
                </a:solidFill>
                <a:latin typeface="Calibri"/>
              </a:rPr>
              <a:t>CONFIDENCIAL — uso interno — contiene contraseñas — 08/09/2026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